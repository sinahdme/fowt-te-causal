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2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83829-A35D-0099-FA8D-FECC866B8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2CB6A0-97F8-7994-AB8C-2EE6DB14F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E201E-C48A-4657-9E33-3C5417B3D50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173522-9724-04F9-D5DF-01367DE0B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CA599D-0E71-0590-5239-D431A62BA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84C-508D-49F3-B3DF-A658026F15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768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7749A81-EF3B-EF9C-FE99-A53F048B0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C43BC9-55A5-109A-0362-8248D729E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AEA2F4-9676-764F-5216-DF2AEF1668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5E201E-C48A-4657-9E33-3C5417B3D50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022312-12F1-116A-1EE4-5A84779C1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DCA8FF-D0BF-1C47-44F5-FF08E3885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D184C-508D-49F3-B3DF-A658026F15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167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브랜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1DE8E8-E578-9FDE-6EB9-03E471811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238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B2DCD2-F748-40BA-E939-5E6C9BF568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271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048EC-4A9C-D86C-1429-084B11D8B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25E28C-FE96-B7DC-2453-14FB014BD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911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7659D-5369-63EE-33EA-71EE854C2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991B5D-317C-130E-B1AF-F5B67ACF4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52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BF874-5E2B-14FA-5B4A-E6C6CBD9A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AB8778-FE4C-2E5A-59CA-18BD3AA50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28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BB466-9526-6F77-2FA3-1BD518091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963D01-3FCC-D151-7053-FCD53BD53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00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10F05-F7A8-9FD3-CAB4-A8BB260E3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237760-7FF2-1875-6999-426A00149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637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FBDB0-45F3-D2AB-97A7-E1AB98B08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52D4AB-B9E4-E92D-7F8E-B343C4975D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026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74FD9-2FF9-18C5-E0FD-94B557EFA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A684AA-2CEF-EC1D-DEF9-2018B5F2C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183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FC8D7-E100-A532-223F-23F3921BE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34FEFE-FFCF-E6E3-3AB6-B136E182D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33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E0214-F96A-0119-23C5-7D417D484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8C619C-6FD6-5B69-3B84-33D282F8B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41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F28CE-3A5A-4A9A-B519-8BDB59C3B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EFE177-9047-9FA2-85B2-9EA0432A37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189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EBEA9-DF4F-475A-A9F5-10B095B35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E000B8-CD64-42AB-2E9C-62870BBC9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456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81A61-82E1-55C8-B354-28DDCF2DD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0B256A-2056-21F7-0925-CE9E5A7DA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779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9B3F0-B3DF-14E4-DD78-065CCED4D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7079CC-47B3-8587-77A7-8AE9D78C71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661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JeonHae Myeong</dc:creator>
  <cp:lastModifiedBy>JeonHae Myeong</cp:lastModifiedBy>
  <cp:revision>2</cp:revision>
  <dcterms:created xsi:type="dcterms:W3CDTF">2025-12-11T15:25:00Z</dcterms:created>
  <dcterms:modified xsi:type="dcterms:W3CDTF">2025-12-11T15:27:47Z</dcterms:modified>
</cp:coreProperties>
</file>